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  <p:sldMasterId id="2147483783" r:id="rId5"/>
  </p:sldMasterIdLst>
  <p:notesMasterIdLst>
    <p:notesMasterId r:id="rId7"/>
  </p:notesMasterIdLst>
  <p:handoutMasterIdLst>
    <p:handoutMasterId r:id="rId8"/>
  </p:handoutMasterIdLst>
  <p:sldIdLst>
    <p:sldId id="752" r:id="rId6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ony John Nicol (School of Psychology and Computer Science)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4DD"/>
    <a:srgbClr val="0000FF"/>
    <a:srgbClr val="494E5E"/>
    <a:srgbClr val="00FF00"/>
    <a:srgbClr val="BFBFBF"/>
    <a:srgbClr val="FFFFFF"/>
    <a:srgbClr val="C00000"/>
    <a:srgbClr val="7030A0"/>
    <a:srgbClr val="52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75" autoAdjust="0"/>
    <p:restoredTop sz="96548" autoAdjust="0"/>
  </p:normalViewPr>
  <p:slideViewPr>
    <p:cSldViewPr snapToGrid="0">
      <p:cViewPr>
        <p:scale>
          <a:sx n="125" d="100"/>
          <a:sy n="125" d="100"/>
        </p:scale>
        <p:origin x="1380" y="654"/>
      </p:cViewPr>
      <p:guideLst>
        <p:guide orient="horz" pos="32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B7DF70-AC69-992F-D6C0-D8F5224B00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5DBB6-306F-83C0-5BB2-DAC1C4882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D82B1-B63A-4D5B-9FF1-0D1DC07B49FE}" type="datetimeFigureOut">
              <a:rPr lang="en-GB" smtClean="0"/>
              <a:t>10/10/2026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31005-8784-88A8-C9C7-14F827AF9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F952F-EB9A-86E9-0B1C-5D1FF66C9B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3CBBB-1FC0-4440-98F0-EBB8037330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773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53151D57-4223-450B-9F9A-24518E4FEDDF}" type="datetimeFigureOut">
              <a:rPr lang="en-GB" smtClean="0"/>
              <a:t>10/10/2026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A93B92A4-5827-4F0C-917B-AA63754F03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16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B92A4-5827-4F0C-917B-AA63754F031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31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/>
          <p:nvPr/>
        </p:nvSpPr>
        <p:spPr>
          <a:xfrm rot="5400000">
            <a:off x="-133800" y="598367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9600" y="464567"/>
            <a:ext cx="11163300" cy="42125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609600" y="1089368"/>
            <a:ext cx="11163300" cy="53876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ts val="1800"/>
              <a:buChar char="▸"/>
              <a:defRPr sz="1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Clr>
                <a:schemeClr val="bg2">
                  <a:lumMod val="20000"/>
                  <a:lumOff val="80000"/>
                </a:schemeClr>
              </a:buClr>
              <a:buSzPts val="1800"/>
              <a:buChar char="▹"/>
              <a:defRPr sz="16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1800"/>
              <a:buChar char="▹"/>
              <a:defRPr sz="14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2000"/>
              <a:buChar char="▹"/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59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>
        <p:tmplLst>
          <p:tmpl lvl="1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9"/>
          <p:cNvSpPr/>
          <p:nvPr/>
        </p:nvSpPr>
        <p:spPr>
          <a:xfrm rot="5400000">
            <a:off x="-133800" y="59316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8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fld id="{14D7F6AC-1EEB-4ABB-AD80-109EC6FDCC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49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3C3A-331B-3F4A-823D-66E06957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C4E38-C2CC-3746-B1C9-86ED8D5C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63CEC6-9D78-AE4D-A0B1-294C8995D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9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_Light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C477-4EE8-2F47-AFB0-A9815F63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42D7E2-4B43-C845-8ED5-3C8B0009C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4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-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5CBEA-95EF-FE40-AAA0-8F2665E72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999111" y="0"/>
            <a:ext cx="20192152" cy="72114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1B2771-227D-7142-A871-69FBD9C4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B11D6-E3E6-2A43-8E6D-9EC438E4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7CAC57-21B3-E54E-99D4-7D5EC3379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3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2200-14F4-F541-9B55-3B076E85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17BA-14E8-F946-B36F-6E39E9342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093787"/>
            <a:ext cx="5753100" cy="5083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A49A9-5000-FA4E-A502-65621B590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93787"/>
            <a:ext cx="5791200" cy="5083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EF53733-C8FC-034A-9C77-3D47A4C6D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-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DC9893E-A6E1-4A48-B35E-4A9DB4DCAB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B6FE43-E832-914E-BF63-E0362E17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537401"/>
            <a:ext cx="11696700" cy="1299990"/>
          </a:xfrm>
        </p:spPr>
        <p:txBody>
          <a:bodyPr anchor="b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A05A88-C388-144D-9EA6-1C9DE1E1C1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6700" y="1925142"/>
            <a:ext cx="11696699" cy="3918446"/>
          </a:xfrm>
        </p:spPr>
        <p:txBody>
          <a:bodyPr anchor="t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124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C477-4EE8-2F47-AFB0-A9815F63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20675"/>
            <a:ext cx="11696700" cy="59372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42D7E2-4B43-C845-8ED5-3C8B0009C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0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Light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5BA94-B578-5D41-B485-160BD75B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E0192-C642-4D4F-AE82-A0D0DC02E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0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12C27-DB2B-AA97-3BBD-0CF8EAE7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9C93A-B808-4F92-9D9D-4CEB4D584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1541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2" r:id="rId1"/>
    <p:sldLayoutId id="2147483766" r:id="rId2"/>
    <p:sldLayoutId id="2147483768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0" i="0" u="none" strike="noStrike" cap="none">
          <a:solidFill>
            <a:srgbClr val="0000FF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81820-DA45-EC42-9130-C304D278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413812"/>
            <a:ext cx="11696700" cy="593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FDBD1-D699-D743-8753-E66FBA6C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130300"/>
            <a:ext cx="11696700" cy="5046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79D3-638C-D340-A6D4-8AAF3166E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0200" y="6345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E0E0192-C642-4D4F-AE82-A0D0DC02E2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83212B-7460-1F53-426F-1CFC3E0CB5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41894" y="4622303"/>
            <a:ext cx="2959996" cy="2043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22EF09-1EC3-294F-1AC3-9F13A240B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439" y="584212"/>
            <a:ext cx="4207884" cy="155847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C12B3E4-F6DB-835E-87C4-E3B896F58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20" y="1430370"/>
            <a:ext cx="5458587" cy="142894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3429A-9C50-E6F5-7FF3-8F17C3409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555" y="4183875"/>
            <a:ext cx="5985799" cy="1371600"/>
          </a:xfrm>
        </p:spPr>
        <p:txBody>
          <a:bodyPr/>
          <a:lstStyle/>
          <a:p>
            <a:r>
              <a:rPr lang="en-GB" noProof="0" dirty="0"/>
              <a:t>Written using named functions to illustrate sequence</a:t>
            </a:r>
          </a:p>
          <a:p>
            <a:r>
              <a:rPr lang="en-GB" noProof="0" dirty="0"/>
              <a:t>Typically use arrow functions</a:t>
            </a:r>
          </a:p>
          <a:p>
            <a:r>
              <a:rPr lang="en-GB" noProof="0" dirty="0"/>
              <a:t>Typically create promise in a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028BC-0117-E31D-9804-6E9CE9600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D7F6AC-1EEB-4ABB-AD80-109EC6FDCCF3}" type="slidenum">
              <a:rPr lang="en-GB" noProof="0" smtClean="0"/>
              <a:pPr/>
              <a:t>1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52933-6500-8A64-2077-3C0F25F96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331" y="2312180"/>
            <a:ext cx="3317445" cy="1045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C175B8-915B-FF79-711C-62FBDDD622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4723" y="3503364"/>
            <a:ext cx="3341772" cy="1045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CE18FB-12BD-5937-72F1-EEC5F3D5D5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2207" y="4787971"/>
            <a:ext cx="4019018" cy="929568"/>
          </a:xfrm>
          <a:prstGeom prst="rect">
            <a:avLst/>
          </a:prstGeom>
        </p:spPr>
      </p:pic>
      <p:sp>
        <p:nvSpPr>
          <p:cNvPr id="42" name="Arc 41">
            <a:extLst>
              <a:ext uri="{FF2B5EF4-FFF2-40B4-BE49-F238E27FC236}">
                <a16:creationId xmlns:a16="http://schemas.microsoft.com/office/drawing/2014/main" id="{013DE6C6-64FE-C2F1-EF56-27F809417A82}"/>
              </a:ext>
            </a:extLst>
          </p:cNvPr>
          <p:cNvSpPr/>
          <p:nvPr/>
        </p:nvSpPr>
        <p:spPr>
          <a:xfrm>
            <a:off x="4600280" y="2065885"/>
            <a:ext cx="45719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44D0F4C-752A-7247-3989-374672C94C3C}"/>
              </a:ext>
            </a:extLst>
          </p:cNvPr>
          <p:cNvGrpSpPr/>
          <p:nvPr/>
        </p:nvGrpSpPr>
        <p:grpSpPr>
          <a:xfrm>
            <a:off x="1444588" y="73573"/>
            <a:ext cx="7069997" cy="1877092"/>
            <a:chOff x="1457213" y="75084"/>
            <a:chExt cx="7374368" cy="187709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90ECD4-0FA9-7A38-A175-35BB840D3AD6}"/>
                </a:ext>
              </a:extLst>
            </p:cNvPr>
            <p:cNvSpPr/>
            <p:nvPr/>
          </p:nvSpPr>
          <p:spPr>
            <a:xfrm>
              <a:off x="1457213" y="1695000"/>
              <a:ext cx="1000237" cy="257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0C9432-4306-9D45-2264-BD7CBC5A5593}"/>
                </a:ext>
              </a:extLst>
            </p:cNvPr>
            <p:cNvSpPr/>
            <p:nvPr/>
          </p:nvSpPr>
          <p:spPr>
            <a:xfrm>
              <a:off x="1810929" y="75084"/>
              <a:ext cx="7020652" cy="1629002"/>
            </a:xfrm>
            <a:custGeom>
              <a:avLst/>
              <a:gdLst>
                <a:gd name="connsiteX0" fmla="*/ 0 w 5467546"/>
                <a:gd name="connsiteY0" fmla="*/ 1880956 h 1880956"/>
                <a:gd name="connsiteX1" fmla="*/ 2960016 w 5467546"/>
                <a:gd name="connsiteY1" fmla="*/ 23875 h 1880956"/>
                <a:gd name="connsiteX2" fmla="*/ 5467546 w 5467546"/>
                <a:gd name="connsiteY2" fmla="*/ 778019 h 1880956"/>
                <a:gd name="connsiteX3" fmla="*/ 5467546 w 5467546"/>
                <a:gd name="connsiteY3" fmla="*/ 778019 h 188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7546" h="1880956">
                  <a:moveTo>
                    <a:pt x="0" y="1880956"/>
                  </a:moveTo>
                  <a:cubicBezTo>
                    <a:pt x="1024379" y="1044327"/>
                    <a:pt x="2048758" y="207698"/>
                    <a:pt x="2960016" y="23875"/>
                  </a:cubicBezTo>
                  <a:cubicBezTo>
                    <a:pt x="3871274" y="-159948"/>
                    <a:pt x="5467546" y="778019"/>
                    <a:pt x="5467546" y="778019"/>
                  </a:cubicBezTo>
                  <a:lnTo>
                    <a:pt x="5467546" y="778019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0D09E14-E37D-0286-4FD4-D16262D7CCF0}"/>
              </a:ext>
            </a:extLst>
          </p:cNvPr>
          <p:cNvGrpSpPr/>
          <p:nvPr/>
        </p:nvGrpSpPr>
        <p:grpSpPr>
          <a:xfrm>
            <a:off x="874067" y="1213871"/>
            <a:ext cx="8727798" cy="1185411"/>
            <a:chOff x="879400" y="1213506"/>
            <a:chExt cx="8727798" cy="118541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E12F940-81CC-2530-5AC8-25CE70F22891}"/>
                </a:ext>
              </a:extLst>
            </p:cNvPr>
            <p:cNvSpPr/>
            <p:nvPr/>
          </p:nvSpPr>
          <p:spPr>
            <a:xfrm>
              <a:off x="879400" y="1992828"/>
              <a:ext cx="825576" cy="2455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55E099A-8E76-0D91-38C8-143BEB6D6236}"/>
                </a:ext>
              </a:extLst>
            </p:cNvPr>
            <p:cNvSpPr/>
            <p:nvPr/>
          </p:nvSpPr>
          <p:spPr>
            <a:xfrm>
              <a:off x="1719488" y="1213506"/>
              <a:ext cx="7887710" cy="1185411"/>
            </a:xfrm>
            <a:custGeom>
              <a:avLst/>
              <a:gdLst>
                <a:gd name="connsiteX0" fmla="*/ 0 w 8067675"/>
                <a:gd name="connsiteY0" fmla="*/ 900271 h 1252696"/>
                <a:gd name="connsiteX1" fmla="*/ 5010150 w 8067675"/>
                <a:gd name="connsiteY1" fmla="*/ 4921 h 1252696"/>
                <a:gd name="connsiteX2" fmla="*/ 8067675 w 8067675"/>
                <a:gd name="connsiteY2" fmla="*/ 1252696 h 1252696"/>
                <a:gd name="connsiteX3" fmla="*/ 8067675 w 8067675"/>
                <a:gd name="connsiteY3" fmla="*/ 1252696 h 125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67675" h="1252696">
                  <a:moveTo>
                    <a:pt x="0" y="900271"/>
                  </a:moveTo>
                  <a:cubicBezTo>
                    <a:pt x="1832769" y="423227"/>
                    <a:pt x="3665538" y="-53816"/>
                    <a:pt x="5010150" y="4921"/>
                  </a:cubicBezTo>
                  <a:cubicBezTo>
                    <a:pt x="6354762" y="63658"/>
                    <a:pt x="8067675" y="1252696"/>
                    <a:pt x="8067675" y="1252696"/>
                  </a:cubicBezTo>
                  <a:lnTo>
                    <a:pt x="8067675" y="1252696"/>
                  </a:lnTo>
                </a:path>
              </a:pathLst>
            </a:cu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F5AE27B-1227-5CCF-1098-542670B41D0A}"/>
              </a:ext>
            </a:extLst>
          </p:cNvPr>
          <p:cNvGrpSpPr/>
          <p:nvPr/>
        </p:nvGrpSpPr>
        <p:grpSpPr>
          <a:xfrm>
            <a:off x="1031800" y="2230953"/>
            <a:ext cx="8655125" cy="1398072"/>
            <a:chOff x="1031800" y="2230953"/>
            <a:chExt cx="8655125" cy="139807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04B3177-D389-A8DC-B725-650E4FC94607}"/>
                </a:ext>
              </a:extLst>
            </p:cNvPr>
            <p:cNvSpPr/>
            <p:nvPr/>
          </p:nvSpPr>
          <p:spPr>
            <a:xfrm>
              <a:off x="1031800" y="2230953"/>
              <a:ext cx="825576" cy="2455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986C3AB-23A1-011D-0288-8063F8C98AF2}"/>
                </a:ext>
              </a:extLst>
            </p:cNvPr>
            <p:cNvSpPr/>
            <p:nvPr/>
          </p:nvSpPr>
          <p:spPr>
            <a:xfrm>
              <a:off x="1838325" y="2257425"/>
              <a:ext cx="7848600" cy="1371600"/>
            </a:xfrm>
            <a:custGeom>
              <a:avLst/>
              <a:gdLst>
                <a:gd name="connsiteX0" fmla="*/ 0 w 7848600"/>
                <a:gd name="connsiteY0" fmla="*/ 0 h 1371600"/>
                <a:gd name="connsiteX1" fmla="*/ 5924550 w 7848600"/>
                <a:gd name="connsiteY1" fmla="*/ 342900 h 1371600"/>
                <a:gd name="connsiteX2" fmla="*/ 7848600 w 7848600"/>
                <a:gd name="connsiteY2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48600" h="1371600">
                  <a:moveTo>
                    <a:pt x="0" y="0"/>
                  </a:moveTo>
                  <a:cubicBezTo>
                    <a:pt x="2308225" y="57150"/>
                    <a:pt x="4616450" y="114300"/>
                    <a:pt x="5924550" y="342900"/>
                  </a:cubicBezTo>
                  <a:cubicBezTo>
                    <a:pt x="7232650" y="571500"/>
                    <a:pt x="7537450" y="1206500"/>
                    <a:pt x="7848600" y="1371600"/>
                  </a:cubicBezTo>
                </a:path>
              </a:pathLst>
            </a:cu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8E8108E-C31D-3862-CE4A-2D13C85D6AAE}"/>
              </a:ext>
            </a:extLst>
          </p:cNvPr>
          <p:cNvGrpSpPr/>
          <p:nvPr/>
        </p:nvGrpSpPr>
        <p:grpSpPr>
          <a:xfrm>
            <a:off x="1252222" y="2498551"/>
            <a:ext cx="7946029" cy="2332760"/>
            <a:chOff x="1252222" y="2498551"/>
            <a:chExt cx="7946029" cy="233276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CE05586-BE80-4F4C-CDB3-C71955F12619}"/>
                </a:ext>
              </a:extLst>
            </p:cNvPr>
            <p:cNvSpPr/>
            <p:nvPr/>
          </p:nvSpPr>
          <p:spPr>
            <a:xfrm>
              <a:off x="1252222" y="2498551"/>
              <a:ext cx="1033778" cy="2455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B71021B-1445-9922-BEAB-024E963FAF12}"/>
                </a:ext>
              </a:extLst>
            </p:cNvPr>
            <p:cNvSpPr/>
            <p:nvPr/>
          </p:nvSpPr>
          <p:spPr>
            <a:xfrm>
              <a:off x="2286000" y="2638301"/>
              <a:ext cx="6912251" cy="2193010"/>
            </a:xfrm>
            <a:custGeom>
              <a:avLst/>
              <a:gdLst>
                <a:gd name="connsiteX0" fmla="*/ 0 w 7848600"/>
                <a:gd name="connsiteY0" fmla="*/ 0 h 1371600"/>
                <a:gd name="connsiteX1" fmla="*/ 5924550 w 7848600"/>
                <a:gd name="connsiteY1" fmla="*/ 342900 h 1371600"/>
                <a:gd name="connsiteX2" fmla="*/ 7848600 w 7848600"/>
                <a:gd name="connsiteY2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48600" h="1371600">
                  <a:moveTo>
                    <a:pt x="0" y="0"/>
                  </a:moveTo>
                  <a:cubicBezTo>
                    <a:pt x="2308225" y="57150"/>
                    <a:pt x="4616450" y="114300"/>
                    <a:pt x="5924550" y="342900"/>
                  </a:cubicBezTo>
                  <a:cubicBezTo>
                    <a:pt x="7232650" y="571500"/>
                    <a:pt x="7537450" y="1206500"/>
                    <a:pt x="7848600" y="1371600"/>
                  </a:cubicBezTo>
                </a:path>
              </a:pathLst>
            </a:cu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E7B578D-9377-5FB0-72CE-400684531E92}"/>
              </a:ext>
            </a:extLst>
          </p:cNvPr>
          <p:cNvGrpSpPr/>
          <p:nvPr/>
        </p:nvGrpSpPr>
        <p:grpSpPr>
          <a:xfrm>
            <a:off x="9964392" y="1137644"/>
            <a:ext cx="1895921" cy="1228240"/>
            <a:chOff x="10136267" y="1137644"/>
            <a:chExt cx="1895921" cy="122824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45D97FF-1989-FC4B-0B0B-2D029E1BA9D5}"/>
                </a:ext>
              </a:extLst>
            </p:cNvPr>
            <p:cNvSpPr/>
            <p:nvPr/>
          </p:nvSpPr>
          <p:spPr>
            <a:xfrm>
              <a:off x="10136267" y="1137644"/>
              <a:ext cx="1895921" cy="257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9A731D5-ECDB-F8D4-51B4-2D2579D0D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47803" y="1412952"/>
              <a:ext cx="609960" cy="9529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42F6A00-730D-2ABC-D39C-7FEE3448F48C}"/>
              </a:ext>
            </a:extLst>
          </p:cNvPr>
          <p:cNvGrpSpPr/>
          <p:nvPr/>
        </p:nvGrpSpPr>
        <p:grpSpPr>
          <a:xfrm>
            <a:off x="8764671" y="1647620"/>
            <a:ext cx="2126116" cy="1964981"/>
            <a:chOff x="8764671" y="1647620"/>
            <a:chExt cx="2126116" cy="196498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6E6A5A4-E242-ABF7-B46D-1AA18F9C1116}"/>
                </a:ext>
              </a:extLst>
            </p:cNvPr>
            <p:cNvSpPr/>
            <p:nvPr/>
          </p:nvSpPr>
          <p:spPr>
            <a:xfrm>
              <a:off x="8764671" y="1647620"/>
              <a:ext cx="2126116" cy="257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441DBD0-A242-177A-9534-E458EADE7D6D}"/>
                </a:ext>
              </a:extLst>
            </p:cNvPr>
            <p:cNvCxnSpPr>
              <a:cxnSpLocks/>
            </p:cNvCxnSpPr>
            <p:nvPr/>
          </p:nvCxnSpPr>
          <p:spPr>
            <a:xfrm>
              <a:off x="10220070" y="1915829"/>
              <a:ext cx="0" cy="16967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915E196F-30F9-5BB8-9CD1-33304215A7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5" y="3331259"/>
            <a:ext cx="2133898" cy="39058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8021A5CE-FE58-094E-A12F-9BA41B45E3BD}"/>
              </a:ext>
            </a:extLst>
          </p:cNvPr>
          <p:cNvSpPr/>
          <p:nvPr/>
        </p:nvSpPr>
        <p:spPr>
          <a:xfrm>
            <a:off x="143417" y="3380590"/>
            <a:ext cx="2038045" cy="245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D1E487F-FB0A-5146-12EF-5E9CB9CA7CDA}"/>
              </a:ext>
            </a:extLst>
          </p:cNvPr>
          <p:cNvSpPr/>
          <p:nvPr/>
        </p:nvSpPr>
        <p:spPr>
          <a:xfrm>
            <a:off x="9104210" y="2363951"/>
            <a:ext cx="1895921" cy="257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1DAC760-F051-2A56-2395-1B2BB18E4D62}"/>
              </a:ext>
            </a:extLst>
          </p:cNvPr>
          <p:cNvSpPr/>
          <p:nvPr/>
        </p:nvSpPr>
        <p:spPr>
          <a:xfrm>
            <a:off x="9104209" y="3612601"/>
            <a:ext cx="1895921" cy="257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B56456C-744B-3164-0A9D-40F5AC0C047D}"/>
              </a:ext>
            </a:extLst>
          </p:cNvPr>
          <p:cNvSpPr/>
          <p:nvPr/>
        </p:nvSpPr>
        <p:spPr>
          <a:xfrm>
            <a:off x="8994866" y="4813154"/>
            <a:ext cx="1316083" cy="257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16EF5E-58E9-0729-1903-443CE042EE37}"/>
              </a:ext>
            </a:extLst>
          </p:cNvPr>
          <p:cNvSpPr/>
          <p:nvPr/>
        </p:nvSpPr>
        <p:spPr>
          <a:xfrm>
            <a:off x="8541634" y="624876"/>
            <a:ext cx="1060232" cy="245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0D468-E401-A9D0-0A24-91E02807B190}"/>
              </a:ext>
            </a:extLst>
          </p:cNvPr>
          <p:cNvSpPr txBox="1"/>
          <p:nvPr/>
        </p:nvSpPr>
        <p:spPr>
          <a:xfrm>
            <a:off x="8854328" y="5909958"/>
            <a:ext cx="214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solidFill>
                  <a:srgbClr val="FF0000"/>
                </a:solidFill>
              </a:rPr>
              <a:t> demos/async/promise1.js</a:t>
            </a:r>
          </a:p>
          <a:p>
            <a:endParaRPr lang="en-GB" sz="1200" noProof="0" dirty="0">
              <a:solidFill>
                <a:srgbClr val="FF0000"/>
              </a:solidFill>
            </a:endParaRPr>
          </a:p>
          <a:p>
            <a:r>
              <a:rPr lang="en-GB" sz="1200" noProof="0" dirty="0">
                <a:solidFill>
                  <a:srgbClr val="FF0000"/>
                </a:solidFill>
              </a:rPr>
              <a:t> demos/async/promise1b.js</a:t>
            </a:r>
          </a:p>
        </p:txBody>
      </p:sp>
    </p:spTree>
    <p:extLst>
      <p:ext uri="{BB962C8B-B14F-4D97-AF65-F5344CB8AC3E}">
        <p14:creationId xmlns:p14="http://schemas.microsoft.com/office/powerpoint/2010/main" val="296665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5" grpId="2" animBg="1"/>
      <p:bldP spid="85" grpId="3" animBg="1"/>
      <p:bldP spid="89" grpId="0" animBg="1"/>
      <p:bldP spid="89" grpId="1" animBg="1"/>
    </p:bldLst>
  </p:timing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545B64"/>
          </a:solidFill>
          <a:headEnd type="none" w="med" len="sm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E66189-E2E9-481C-8E4B-E985678C4B1F}">
  <we:reference id="3e0fcce7-415c-4081-926c-b4e449c650e4" version="1.1.0.2" store="EXCatalog" storeType="EXCatalog"/>
  <we:alternateReferences>
    <we:reference id="WA200004709" version="1.1.0.2" store="en-GB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5B7BF66F8B644845DB7FBD085F75F" ma:contentTypeVersion="13" ma:contentTypeDescription="Create a new document." ma:contentTypeScope="" ma:versionID="82a37571baf60ac85d91ddc45f1fca0a">
  <xsd:schema xmlns:xsd="http://www.w3.org/2001/XMLSchema" xmlns:xs="http://www.w3.org/2001/XMLSchema" xmlns:p="http://schemas.microsoft.com/office/2006/metadata/properties" xmlns:ns3="d76d6d38-0dde-4b51-8231-cca24a5d00c0" xmlns:ns4="b2f656f8-cbd3-4110-8aeb-540095b9a550" targetNamespace="http://schemas.microsoft.com/office/2006/metadata/properties" ma:root="true" ma:fieldsID="b27b4ee8992ece6b48cdedd8cb8acf83" ns3:_="" ns4:_="">
    <xsd:import namespace="d76d6d38-0dde-4b51-8231-cca24a5d00c0"/>
    <xsd:import namespace="b2f656f8-cbd3-4110-8aeb-540095b9a5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d6d38-0dde-4b51-8231-cca24a5d00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656f8-cbd3-4110-8aeb-540095b9a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6d6d38-0dde-4b51-8231-cca24a5d00c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81C647-2D5A-41B0-BAF8-0DE1ED312550}">
  <ds:schemaRefs>
    <ds:schemaRef ds:uri="b2f656f8-cbd3-4110-8aeb-540095b9a550"/>
    <ds:schemaRef ds:uri="d76d6d38-0dde-4b51-8231-cca24a5d00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96A76F0-C40B-4BA1-AF85-77835D3FA21E}">
  <ds:schemaRefs>
    <ds:schemaRef ds:uri="d76d6d38-0dde-4b51-8231-cca24a5d00c0"/>
    <ds:schemaRef ds:uri="http://www.w3.org/XML/1998/namespace"/>
    <ds:schemaRef ds:uri="http://schemas.microsoft.com/office/2006/metadata/properties"/>
    <ds:schemaRef ds:uri="http://purl.org/dc/elements/1.1/"/>
    <ds:schemaRef ds:uri="b2f656f8-cbd3-4110-8aeb-540095b9a550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06F25E3-02C5-46D1-9257-DDACD92247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slides circuit theme</Template>
  <TotalTime>0</TotalTime>
  <Words>35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Raleway Thin</vt:lpstr>
      <vt:lpstr>Gaoler template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</dc:title>
  <dc:creator>Nicol</dc:creator>
  <cp:lastModifiedBy>Antony John Nicol (School of Engineering and Computing)</cp:lastModifiedBy>
  <cp:revision>2</cp:revision>
  <cp:lastPrinted>2025-08-29T15:02:51Z</cp:lastPrinted>
  <dcterms:created xsi:type="dcterms:W3CDTF">2022-07-16T21:52:17Z</dcterms:created>
  <dcterms:modified xsi:type="dcterms:W3CDTF">2026-10-10T14:27:04Z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0x010100A365B7BF66F8B644845DB7FBD085F75F</vt:lpwstr>
  </property>
</Properties>
</file>